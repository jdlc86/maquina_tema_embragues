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301" r:id="rId6"/>
  </p:sldIdLst>
  <p:sldSz cx="12192000" cy="6858000"/>
  <p:notesSz cx="6858000" cy="9144000"/>
  <p:embeddedFontLst>
    <p:embeddedFont>
      <p:font typeface="Manrope" panose="020B0604020202020204" charset="0"/>
      <p:regular r:id="rId8"/>
      <p:bold r:id="rId9"/>
    </p:embeddedFont>
    <p:embeddedFont>
      <p:font typeface="Manrope Medium" panose="020B0604020202020204" charset="0"/>
      <p:regular r:id="rId10"/>
      <p:bold r:id="rId11"/>
    </p:embeddedFont>
    <p:embeddedFont>
      <p:font typeface="Manrope SemiBold" panose="020B0604020202020204" charset="0"/>
      <p:regular r:id="rId12"/>
      <p:bold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EF97A51-29B0-40B0-9348-F9F7609FD59E}">
  <a:tblStyle styleId="{7EF97A51-29B0-40B0-9348-F9F7609FD59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Google Shape;1671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2" name="Google Shape;1672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xxxxxx.com/" TargetMode="Externa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ada">
  <p:cSld name="Portada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7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86"/>
            <a:ext cx="12192000" cy="685442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;p2" descr="Imagen que contiene dibujo, luz&#10;&#10;El contenido generado por IA puede ser incorrec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0238" y="5549580"/>
            <a:ext cx="208643" cy="46904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2"/>
          <p:cNvSpPr txBox="1">
            <a:spLocks noGrp="1"/>
          </p:cNvSpPr>
          <p:nvPr>
            <p:ph type="body" idx="1"/>
          </p:nvPr>
        </p:nvSpPr>
        <p:spPr>
          <a:xfrm>
            <a:off x="455084" y="6069283"/>
            <a:ext cx="8613313" cy="267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body" idx="2"/>
          </p:nvPr>
        </p:nvSpPr>
        <p:spPr>
          <a:xfrm>
            <a:off x="455084" y="1805612"/>
            <a:ext cx="3860203" cy="560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lt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3"/>
          </p:nvPr>
        </p:nvSpPr>
        <p:spPr>
          <a:xfrm>
            <a:off x="455083" y="2400897"/>
            <a:ext cx="6808510" cy="1779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33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body" idx="4"/>
          </p:nvPr>
        </p:nvSpPr>
        <p:spPr>
          <a:xfrm>
            <a:off x="455083" y="4218141"/>
            <a:ext cx="6808510" cy="1234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33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dice">
  <p:cSld name="Indic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706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5896" y="6394018"/>
            <a:ext cx="449203" cy="170143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/>
          <p:nvPr/>
        </p:nvSpPr>
        <p:spPr>
          <a:xfrm>
            <a:off x="582611" y="933920"/>
            <a:ext cx="662537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Índice de contenidos</a:t>
            </a:r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body" idx="1"/>
          </p:nvPr>
        </p:nvSpPr>
        <p:spPr>
          <a:xfrm>
            <a:off x="605896" y="1495959"/>
            <a:ext cx="6895042" cy="460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60AB"/>
              </a:buClr>
              <a:buSzPts val="1400"/>
              <a:buFont typeface="Manrope SemiBold"/>
              <a:buAutoNum type="arabicPeriod"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marR="0" lvl="1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60AB"/>
              </a:buClr>
              <a:buSzPts val="1400"/>
              <a:buFont typeface="Manrope SemiBold"/>
              <a:buNone/>
              <a:defRPr sz="1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725">
          <p15:clr>
            <a:srgbClr val="FBAE40"/>
          </p15:clr>
        </p15:guide>
        <p15:guide id="2" pos="370">
          <p15:clr>
            <a:srgbClr val="FBAE40"/>
          </p15:clr>
        </p15:guide>
        <p15:guide id="3" orient="horz" pos="754">
          <p15:clr>
            <a:srgbClr val="FBAE40"/>
          </p15:clr>
        </p15:guide>
        <p15:guide id="4" orient="horz" pos="383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">
  <p:cSld name="Contenido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/>
        </p:nvSpPr>
        <p:spPr>
          <a:xfrm>
            <a:off x="11136902" y="6457026"/>
            <a:ext cx="449203" cy="192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60AF"/>
              </a:buClr>
              <a:buSzPts val="800"/>
              <a:buFont typeface="Arial"/>
              <a:buNone/>
            </a:pPr>
            <a:fld id="{00000000-1234-1234-1234-123412341234}" type="slidenum">
              <a:rPr lang="en-US" sz="1000" b="0" i="0" cap="none">
                <a:solidFill>
                  <a:srgbClr val="0060AF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‹Nº›</a:t>
            </a:fld>
            <a:endParaRPr sz="1000" b="0" i="0" cap="none">
              <a:solidFill>
                <a:srgbClr val="0060AF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pic>
        <p:nvPicPr>
          <p:cNvPr id="20" name="Google Shape;20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136901" y="327086"/>
            <a:ext cx="449203" cy="170143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"/>
          <p:cNvSpPr txBox="1"/>
          <p:nvPr/>
        </p:nvSpPr>
        <p:spPr>
          <a:xfrm>
            <a:off x="605896" y="360070"/>
            <a:ext cx="6880592" cy="163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60AB"/>
              </a:buClr>
              <a:buSzPts val="800"/>
              <a:buFont typeface="Arial"/>
              <a:buNone/>
            </a:pPr>
            <a:r>
              <a:rPr lang="en-US" sz="1000" b="0" i="0">
                <a:solidFill>
                  <a:srgbClr val="0060AB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Unidad X. </a:t>
            </a:r>
            <a:r>
              <a:rPr lang="en-US" sz="1000" b="0" i="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Título de la unidad</a:t>
            </a: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596636" y="936625"/>
            <a:ext cx="10998729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  <a:defRPr sz="2600" b="0" i="0" u="none" strike="noStrike" cap="none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2"/>
          </p:nvPr>
        </p:nvSpPr>
        <p:spPr>
          <a:xfrm>
            <a:off x="596900" y="1671794"/>
            <a:ext cx="10998201" cy="4565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marR="0" lvl="1" indent="-330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60AB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60AB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marR="0" lvl="3" indent="-330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60AB"/>
              </a:buClr>
              <a:buSzPts val="1600"/>
              <a:buFont typeface="Courier New"/>
              <a:buChar char="o"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marR="0" lvl="4" indent="-330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60AB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70">
          <p15:clr>
            <a:srgbClr val="FBAE40"/>
          </p15:clr>
        </p15:guide>
        <p15:guide id="2" pos="7310">
          <p15:clr>
            <a:srgbClr val="FBAE40"/>
          </p15:clr>
        </p15:guide>
        <p15:guide id="3" orient="horz" pos="323">
          <p15:clr>
            <a:srgbClr val="FBAE40"/>
          </p15:clr>
        </p15:guide>
        <p15:guide id="4" orient="horz" pos="754">
          <p15:clr>
            <a:srgbClr val="FBAE40"/>
          </p15:clr>
        </p15:guide>
        <p15:guide id="5" orient="horz" pos="1094">
          <p15:clr>
            <a:srgbClr val="FBAE40"/>
          </p15:clr>
        </p15:guide>
        <p15:guide id="6" orient="horz" pos="392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ntenido">
  <p:cSld name="2_Contenido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/>
        </p:nvSpPr>
        <p:spPr>
          <a:xfrm>
            <a:off x="11136902" y="6457026"/>
            <a:ext cx="449203" cy="192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60AF"/>
              </a:buClr>
              <a:buSzPts val="800"/>
              <a:buFont typeface="Arial"/>
              <a:buNone/>
            </a:pPr>
            <a:fld id="{00000000-1234-1234-1234-123412341234}" type="slidenum">
              <a:rPr lang="en-US" sz="1000" b="0" i="0" cap="none">
                <a:solidFill>
                  <a:srgbClr val="0060AF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‹Nº›</a:t>
            </a:fld>
            <a:endParaRPr sz="1000" b="0" i="0" cap="none">
              <a:solidFill>
                <a:srgbClr val="0060AF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pic>
        <p:nvPicPr>
          <p:cNvPr id="26" name="Google Shape;26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136901" y="327086"/>
            <a:ext cx="449203" cy="170143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5"/>
          <p:cNvSpPr txBox="1"/>
          <p:nvPr/>
        </p:nvSpPr>
        <p:spPr>
          <a:xfrm>
            <a:off x="605896" y="360070"/>
            <a:ext cx="6880592" cy="163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60AB"/>
              </a:buClr>
              <a:buSzPts val="800"/>
              <a:buFont typeface="Arial"/>
              <a:buNone/>
            </a:pPr>
            <a:r>
              <a:rPr lang="en-US" sz="1000" b="0" i="0">
                <a:solidFill>
                  <a:srgbClr val="0060AB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Unidad X. </a:t>
            </a:r>
            <a:r>
              <a:rPr lang="en-US" sz="1000" b="0" i="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Título de la unidad</a:t>
            </a:r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596636" y="936625"/>
            <a:ext cx="10998729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  <a:defRPr sz="2600" b="0" i="0" u="none" strike="noStrike" cap="none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596900" y="1671794"/>
            <a:ext cx="10998201" cy="4565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marR="0" lvl="1" indent="-330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60AB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60AB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marR="0" lvl="3" indent="-330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60AB"/>
              </a:buClr>
              <a:buSzPts val="1600"/>
              <a:buFont typeface="Courier New"/>
              <a:buChar char="o"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marR="0" lvl="4" indent="-330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60AB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70">
          <p15:clr>
            <a:srgbClr val="FBAE40"/>
          </p15:clr>
        </p15:guide>
        <p15:guide id="2" pos="7310">
          <p15:clr>
            <a:srgbClr val="FBAE40"/>
          </p15:clr>
        </p15:guide>
        <p15:guide id="3" orient="horz" pos="323">
          <p15:clr>
            <a:srgbClr val="FBAE40"/>
          </p15:clr>
        </p15:guide>
        <p15:guide id="4" orient="horz" pos="754">
          <p15:clr>
            <a:srgbClr val="FBAE40"/>
          </p15:clr>
        </p15:guide>
        <p15:guide id="5" orient="horz" pos="1094">
          <p15:clr>
            <a:srgbClr val="FBAE40"/>
          </p15:clr>
        </p15:guide>
        <p15:guide id="6" orient="horz" pos="392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raportada">
  <p:cSld name="Contraportada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6" descr="Imagen que contiene Forma&#10;&#10;El contenido generado por IA puede ser incorrecto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67" y="0"/>
            <a:ext cx="1218706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1736126" y="2915478"/>
            <a:ext cx="4359874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>
                <a:solidFill>
                  <a:schemeClr val="lt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¡GRACIAS!</a:t>
            </a:r>
            <a:endParaRPr sz="5000" b="1" i="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679018" y="6002679"/>
            <a:ext cx="2944533" cy="19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167">
              <a:solidFill>
                <a:srgbClr val="FFFFF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ido">
  <p:cSld name="1_Contenido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 txBox="1"/>
          <p:nvPr/>
        </p:nvSpPr>
        <p:spPr>
          <a:xfrm>
            <a:off x="11136902" y="6457026"/>
            <a:ext cx="449203" cy="192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60AF"/>
              </a:buClr>
              <a:buSzPts val="800"/>
              <a:buFont typeface="Arial"/>
              <a:buNone/>
            </a:pPr>
            <a:fld id="{00000000-1234-1234-1234-123412341234}" type="slidenum">
              <a:rPr lang="en-US" sz="1000" b="0" i="0" cap="none">
                <a:solidFill>
                  <a:srgbClr val="0060AF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‹Nº›</a:t>
            </a:fld>
            <a:endParaRPr sz="1000" b="0" i="0" cap="none">
              <a:solidFill>
                <a:srgbClr val="0060AF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pic>
        <p:nvPicPr>
          <p:cNvPr id="130" name="Google Shape;130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136901" y="327086"/>
            <a:ext cx="449203" cy="170143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605896" y="360070"/>
            <a:ext cx="6880592" cy="163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60AB"/>
              </a:buClr>
              <a:buSzPts val="800"/>
              <a:buFont typeface="Arial"/>
              <a:buNone/>
            </a:pPr>
            <a:r>
              <a:rPr lang="en-US" sz="1000" b="0" i="0">
                <a:solidFill>
                  <a:srgbClr val="0060AB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Unidad X. </a:t>
            </a:r>
            <a:r>
              <a:rPr lang="en-US" sz="1000" b="0" i="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Título de la unidad</a:t>
            </a:r>
            <a:endParaRPr/>
          </a:p>
        </p:txBody>
      </p:sp>
      <p:sp>
        <p:nvSpPr>
          <p:cNvPr id="132" name="Google Shape;132;p17"/>
          <p:cNvSpPr txBox="1">
            <a:spLocks noGrp="1"/>
          </p:cNvSpPr>
          <p:nvPr>
            <p:ph type="body" idx="1"/>
          </p:nvPr>
        </p:nvSpPr>
        <p:spPr>
          <a:xfrm>
            <a:off x="596636" y="936625"/>
            <a:ext cx="10998729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  <a:defRPr sz="2600" b="0" i="0" u="none" strike="noStrike" cap="none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  <p:sp>
        <p:nvSpPr>
          <p:cNvPr id="133" name="Google Shape;133;p17"/>
          <p:cNvSpPr txBox="1">
            <a:spLocks noGrp="1"/>
          </p:cNvSpPr>
          <p:nvPr>
            <p:ph type="body" idx="2"/>
          </p:nvPr>
        </p:nvSpPr>
        <p:spPr>
          <a:xfrm>
            <a:off x="596900" y="1671794"/>
            <a:ext cx="10998201" cy="4565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marR="0" lvl="1" indent="-330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60AB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60AB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marR="0" lvl="3" indent="-330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60AB"/>
              </a:buClr>
              <a:buSzPts val="1600"/>
              <a:buFont typeface="Courier New"/>
              <a:buChar char="o"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marR="0" lvl="4" indent="-330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60AB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70">
          <p15:clr>
            <a:srgbClr val="FBAE40"/>
          </p15:clr>
        </p15:guide>
        <p15:guide id="2" pos="7310">
          <p15:clr>
            <a:srgbClr val="FBAE40"/>
          </p15:clr>
        </p15:guide>
        <p15:guide id="3" orient="horz" pos="323">
          <p15:clr>
            <a:srgbClr val="FBAE40"/>
          </p15:clr>
        </p15:guide>
        <p15:guide id="4" orient="horz" pos="754">
          <p15:clr>
            <a:srgbClr val="FBAE40"/>
          </p15:clr>
        </p15:guide>
        <p15:guide id="5" orient="horz" pos="1094">
          <p15:clr>
            <a:srgbClr val="FBAE40"/>
          </p15:clr>
        </p15:guide>
        <p15:guide id="6" orient="horz" pos="392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 Contenido">
  <p:cSld name="B Contenido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 txBox="1"/>
          <p:nvPr/>
        </p:nvSpPr>
        <p:spPr>
          <a:xfrm>
            <a:off x="11136902" y="6457026"/>
            <a:ext cx="449203" cy="192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60AF"/>
              </a:buClr>
              <a:buSzPts val="800"/>
              <a:buFont typeface="Arial"/>
              <a:buNone/>
            </a:pPr>
            <a:fld id="{00000000-1234-1234-1234-123412341234}" type="slidenum">
              <a:rPr lang="en-US" sz="1000" b="0" i="0" cap="none">
                <a:solidFill>
                  <a:srgbClr val="0060AF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‹Nº›</a:t>
            </a:fld>
            <a:endParaRPr sz="1000" b="0" i="0" cap="none">
              <a:solidFill>
                <a:srgbClr val="0060AF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pic>
        <p:nvPicPr>
          <p:cNvPr id="136" name="Google Shape;136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136901" y="327086"/>
            <a:ext cx="449203" cy="170143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/>
        </p:nvSpPr>
        <p:spPr>
          <a:xfrm>
            <a:off x="605896" y="360070"/>
            <a:ext cx="6880592" cy="163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60AB"/>
              </a:buClr>
              <a:buSzPts val="800"/>
              <a:buFont typeface="Arial"/>
              <a:buNone/>
            </a:pPr>
            <a:r>
              <a:rPr lang="en-US" sz="1000" b="0" i="0">
                <a:solidFill>
                  <a:srgbClr val="0060AB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Unidad X. </a:t>
            </a:r>
            <a:r>
              <a:rPr lang="en-US" sz="1000" b="0" i="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Título de la unidad</a:t>
            </a:r>
            <a:endParaRPr/>
          </a:p>
        </p:txBody>
      </p:sp>
      <p:sp>
        <p:nvSpPr>
          <p:cNvPr id="138" name="Google Shape;138;p18"/>
          <p:cNvSpPr txBox="1">
            <a:spLocks noGrp="1"/>
          </p:cNvSpPr>
          <p:nvPr>
            <p:ph type="body" idx="1"/>
          </p:nvPr>
        </p:nvSpPr>
        <p:spPr>
          <a:xfrm>
            <a:off x="596636" y="936625"/>
            <a:ext cx="10998729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  <a:defRPr sz="2600" b="0" i="0" u="none" strike="noStrike" cap="none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  <p:sp>
        <p:nvSpPr>
          <p:cNvPr id="139" name="Google Shape;139;p18"/>
          <p:cNvSpPr txBox="1">
            <a:spLocks noGrp="1"/>
          </p:cNvSpPr>
          <p:nvPr>
            <p:ph type="body" idx="2"/>
          </p:nvPr>
        </p:nvSpPr>
        <p:spPr>
          <a:xfrm>
            <a:off x="596900" y="2052999"/>
            <a:ext cx="10998201" cy="417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marR="0" lvl="1" indent="-330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60AB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60AB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marR="0" lvl="3" indent="-330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60AB"/>
              </a:buClr>
              <a:buSzPts val="1600"/>
              <a:buFont typeface="Courier New"/>
              <a:buChar char="o"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marR="0" lvl="4" indent="-330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60AB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  <p:sp>
        <p:nvSpPr>
          <p:cNvPr id="140" name="Google Shape;140;p18"/>
          <p:cNvSpPr txBox="1">
            <a:spLocks noGrp="1"/>
          </p:cNvSpPr>
          <p:nvPr>
            <p:ph type="body" idx="3"/>
          </p:nvPr>
        </p:nvSpPr>
        <p:spPr>
          <a:xfrm>
            <a:off x="597000" y="1529898"/>
            <a:ext cx="10998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60AB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60AB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>
          <p15:clr>
            <a:srgbClr val="FBAE40"/>
          </p15:clr>
        </p15:guide>
        <p15:guide id="2" pos="3840">
          <p15:clr>
            <a:srgbClr val="FBAE40"/>
          </p15:clr>
        </p15:guide>
        <p15:guide id="3" pos="7310">
          <p15:clr>
            <a:srgbClr val="FBAE40"/>
          </p15:clr>
        </p15:guide>
        <p15:guide id="4" pos="370">
          <p15:clr>
            <a:srgbClr val="FBAE40"/>
          </p15:clr>
        </p15:guide>
        <p15:guide id="5" orient="horz" pos="754">
          <p15:clr>
            <a:srgbClr val="FBAE40"/>
          </p15:clr>
        </p15:guide>
        <p15:guide id="6" orient="horz" pos="1094">
          <p15:clr>
            <a:srgbClr val="FBAE40"/>
          </p15:clr>
        </p15:guide>
        <p15:guide id="7" orient="horz" pos="392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ido sin texto">
  <p:cSld name="1_Contenido sin texto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9"/>
          <p:cNvSpPr txBox="1"/>
          <p:nvPr/>
        </p:nvSpPr>
        <p:spPr>
          <a:xfrm>
            <a:off x="11136902" y="6457026"/>
            <a:ext cx="449203" cy="192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60AF"/>
              </a:buClr>
              <a:buSzPts val="800"/>
              <a:buFont typeface="Arial"/>
              <a:buNone/>
            </a:pPr>
            <a:fld id="{00000000-1234-1234-1234-123412341234}" type="slidenum">
              <a:rPr lang="en-US" sz="1000" b="0" i="0" cap="none">
                <a:solidFill>
                  <a:srgbClr val="0060AF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‹Nº›</a:t>
            </a:fld>
            <a:endParaRPr sz="1000" b="0" i="0" cap="none">
              <a:solidFill>
                <a:srgbClr val="0060AF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pic>
        <p:nvPicPr>
          <p:cNvPr id="143" name="Google Shape;143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136901" y="327086"/>
            <a:ext cx="449203" cy="170143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9"/>
          <p:cNvSpPr txBox="1"/>
          <p:nvPr/>
        </p:nvSpPr>
        <p:spPr>
          <a:xfrm>
            <a:off x="605896" y="360070"/>
            <a:ext cx="6880592" cy="163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60AB"/>
              </a:buClr>
              <a:buSzPts val="800"/>
              <a:buFont typeface="Arial"/>
              <a:buNone/>
            </a:pPr>
            <a:r>
              <a:rPr lang="en-US" sz="1000" b="0" i="0">
                <a:solidFill>
                  <a:srgbClr val="0060AB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Unidad X. </a:t>
            </a:r>
            <a:r>
              <a:rPr lang="en-US" sz="1000" b="0" i="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Título de la unidad</a:t>
            </a:r>
            <a:endParaRPr/>
          </a:p>
        </p:txBody>
      </p:sp>
      <p:sp>
        <p:nvSpPr>
          <p:cNvPr id="145" name="Google Shape;145;p19"/>
          <p:cNvSpPr txBox="1">
            <a:spLocks noGrp="1"/>
          </p:cNvSpPr>
          <p:nvPr>
            <p:ph type="body" idx="1"/>
          </p:nvPr>
        </p:nvSpPr>
        <p:spPr>
          <a:xfrm>
            <a:off x="596636" y="936625"/>
            <a:ext cx="10998729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  <a:defRPr sz="2600" b="0" i="0" u="none" strike="noStrike" cap="none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  <p:graphicFrame>
        <p:nvGraphicFramePr>
          <p:cNvPr id="146" name="Google Shape;146;p19"/>
          <p:cNvGraphicFramePr/>
          <p:nvPr/>
        </p:nvGraphicFramePr>
        <p:xfrm>
          <a:off x="6484738" y="44183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{7EF97A51-29B0-40B0-9348-F9F7609FD59E}</a:tableStyleId>
              </a:tblPr>
              <a:tblGrid>
                <a:gridCol w="1030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6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8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nrope"/>
                        <a:buNone/>
                      </a:pP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925" marR="121925" marT="60950" marB="609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0AB"/>
                        </a:buClr>
                        <a:buSzPts val="1200"/>
                        <a:buFont typeface="Manrope"/>
                        <a:buNone/>
                      </a:pPr>
                      <a:r>
                        <a:rPr lang="en-US" sz="1200" u="none" strike="noStrike" cap="none">
                          <a:solidFill>
                            <a:srgbClr val="0060AB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Ejemplo</a:t>
                      </a:r>
                      <a:endParaRPr/>
                    </a:p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nrope"/>
                        <a:buNone/>
                      </a:pPr>
                      <a:r>
                        <a:rPr lang="en-US" sz="1100" u="none" strike="noStrike" cap="non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Lorem ipsum dolor sit amet, consectetur adipiscing elit, sed do eiusmod tempor incididunt ut labore et dolore magna aliqua. </a:t>
                      </a:r>
                      <a:endParaRPr/>
                    </a:p>
                  </a:txBody>
                  <a:tcPr marL="121925" marR="121925" marT="60950" marB="6095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6F6F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6F6F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6F6F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7" name="Google Shape;147;p19"/>
          <p:cNvSpPr/>
          <p:nvPr/>
        </p:nvSpPr>
        <p:spPr>
          <a:xfrm>
            <a:off x="6744813" y="4581001"/>
            <a:ext cx="546100" cy="539750"/>
          </a:xfrm>
          <a:custGeom>
            <a:avLst/>
            <a:gdLst/>
            <a:ahLst/>
            <a:cxnLst/>
            <a:rect l="l" t="t" r="r" b="b"/>
            <a:pathLst>
              <a:path w="147" h="145" extrusionOk="0">
                <a:moveTo>
                  <a:pt x="63" y="91"/>
                </a:moveTo>
                <a:cubicBezTo>
                  <a:pt x="93" y="91"/>
                  <a:pt x="93" y="91"/>
                  <a:pt x="93" y="91"/>
                </a:cubicBezTo>
                <a:cubicBezTo>
                  <a:pt x="93" y="86"/>
                  <a:pt x="93" y="86"/>
                  <a:pt x="93" y="86"/>
                </a:cubicBezTo>
                <a:cubicBezTo>
                  <a:pt x="84" y="86"/>
                  <a:pt x="84" y="86"/>
                  <a:pt x="84" y="86"/>
                </a:cubicBezTo>
                <a:cubicBezTo>
                  <a:pt x="84" y="47"/>
                  <a:pt x="84" y="47"/>
                  <a:pt x="84" y="47"/>
                </a:cubicBezTo>
                <a:cubicBezTo>
                  <a:pt x="54" y="47"/>
                  <a:pt x="54" y="47"/>
                  <a:pt x="54" y="47"/>
                </a:cubicBezTo>
                <a:cubicBezTo>
                  <a:pt x="54" y="52"/>
                  <a:pt x="54" y="52"/>
                  <a:pt x="54" y="52"/>
                </a:cubicBezTo>
                <a:cubicBezTo>
                  <a:pt x="63" y="52"/>
                  <a:pt x="63" y="52"/>
                  <a:pt x="63" y="52"/>
                </a:cubicBezTo>
                <a:lnTo>
                  <a:pt x="63" y="91"/>
                </a:lnTo>
                <a:close/>
                <a:moveTo>
                  <a:pt x="79" y="86"/>
                </a:moveTo>
                <a:cubicBezTo>
                  <a:pt x="67" y="86"/>
                  <a:pt x="67" y="86"/>
                  <a:pt x="67" y="86"/>
                </a:cubicBezTo>
                <a:cubicBezTo>
                  <a:pt x="67" y="52"/>
                  <a:pt x="67" y="52"/>
                  <a:pt x="67" y="52"/>
                </a:cubicBezTo>
                <a:cubicBezTo>
                  <a:pt x="79" y="52"/>
                  <a:pt x="79" y="52"/>
                  <a:pt x="79" y="52"/>
                </a:cubicBezTo>
                <a:lnTo>
                  <a:pt x="79" y="86"/>
                </a:lnTo>
                <a:close/>
                <a:moveTo>
                  <a:pt x="73" y="38"/>
                </a:moveTo>
                <a:cubicBezTo>
                  <a:pt x="80" y="38"/>
                  <a:pt x="85" y="33"/>
                  <a:pt x="85" y="27"/>
                </a:cubicBezTo>
                <a:cubicBezTo>
                  <a:pt x="85" y="21"/>
                  <a:pt x="80" y="15"/>
                  <a:pt x="73" y="15"/>
                </a:cubicBezTo>
                <a:cubicBezTo>
                  <a:pt x="67" y="15"/>
                  <a:pt x="62" y="21"/>
                  <a:pt x="62" y="27"/>
                </a:cubicBezTo>
                <a:cubicBezTo>
                  <a:pt x="62" y="33"/>
                  <a:pt x="67" y="38"/>
                  <a:pt x="73" y="38"/>
                </a:cubicBezTo>
                <a:close/>
                <a:moveTo>
                  <a:pt x="73" y="20"/>
                </a:moveTo>
                <a:cubicBezTo>
                  <a:pt x="77" y="20"/>
                  <a:pt x="80" y="23"/>
                  <a:pt x="80" y="27"/>
                </a:cubicBezTo>
                <a:cubicBezTo>
                  <a:pt x="80" y="31"/>
                  <a:pt x="77" y="34"/>
                  <a:pt x="73" y="34"/>
                </a:cubicBezTo>
                <a:cubicBezTo>
                  <a:pt x="69" y="34"/>
                  <a:pt x="66" y="31"/>
                  <a:pt x="66" y="27"/>
                </a:cubicBezTo>
                <a:cubicBezTo>
                  <a:pt x="66" y="23"/>
                  <a:pt x="69" y="20"/>
                  <a:pt x="73" y="20"/>
                </a:cubicBezTo>
                <a:close/>
                <a:moveTo>
                  <a:pt x="0" y="0"/>
                </a:moveTo>
                <a:cubicBezTo>
                  <a:pt x="0" y="115"/>
                  <a:pt x="0" y="115"/>
                  <a:pt x="0" y="115"/>
                </a:cubicBezTo>
                <a:cubicBezTo>
                  <a:pt x="62" y="115"/>
                  <a:pt x="62" y="115"/>
                  <a:pt x="62" y="115"/>
                </a:cubicBezTo>
                <a:cubicBezTo>
                  <a:pt x="62" y="145"/>
                  <a:pt x="62" y="145"/>
                  <a:pt x="62" y="145"/>
                </a:cubicBezTo>
                <a:cubicBezTo>
                  <a:pt x="106" y="115"/>
                  <a:pt x="106" y="115"/>
                  <a:pt x="106" y="115"/>
                </a:cubicBezTo>
                <a:cubicBezTo>
                  <a:pt x="147" y="115"/>
                  <a:pt x="147" y="115"/>
                  <a:pt x="147" y="115"/>
                </a:cubicBezTo>
                <a:cubicBezTo>
                  <a:pt x="147" y="0"/>
                  <a:pt x="147" y="0"/>
                  <a:pt x="147" y="0"/>
                </a:cubicBezTo>
                <a:lnTo>
                  <a:pt x="0" y="0"/>
                </a:lnTo>
                <a:close/>
                <a:moveTo>
                  <a:pt x="142" y="110"/>
                </a:moveTo>
                <a:cubicBezTo>
                  <a:pt x="105" y="110"/>
                  <a:pt x="105" y="110"/>
                  <a:pt x="105" y="110"/>
                </a:cubicBezTo>
                <a:cubicBezTo>
                  <a:pt x="66" y="136"/>
                  <a:pt x="66" y="136"/>
                  <a:pt x="66" y="136"/>
                </a:cubicBezTo>
                <a:cubicBezTo>
                  <a:pt x="66" y="110"/>
                  <a:pt x="66" y="110"/>
                  <a:pt x="66" y="110"/>
                </a:cubicBezTo>
                <a:cubicBezTo>
                  <a:pt x="4" y="110"/>
                  <a:pt x="4" y="110"/>
                  <a:pt x="4" y="110"/>
                </a:cubicBezTo>
                <a:cubicBezTo>
                  <a:pt x="4" y="5"/>
                  <a:pt x="4" y="5"/>
                  <a:pt x="4" y="5"/>
                </a:cubicBezTo>
                <a:cubicBezTo>
                  <a:pt x="142" y="5"/>
                  <a:pt x="142" y="5"/>
                  <a:pt x="142" y="5"/>
                </a:cubicBezTo>
                <a:lnTo>
                  <a:pt x="142" y="110"/>
                </a:lnTo>
                <a:close/>
              </a:path>
            </a:pathLst>
          </a:custGeom>
          <a:solidFill>
            <a:srgbClr val="0060AB"/>
          </a:solidFill>
          <a:ln>
            <a:noFill/>
          </a:ln>
        </p:spPr>
        <p:txBody>
          <a:bodyPr spcFirstLastPara="1" wrap="square" lIns="121900" tIns="60950" rIns="121900" bIns="609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aphicFrame>
        <p:nvGraphicFramePr>
          <p:cNvPr id="148" name="Google Shape;148;p19"/>
          <p:cNvGraphicFramePr/>
          <p:nvPr/>
        </p:nvGraphicFramePr>
        <p:xfrm>
          <a:off x="6449228" y="55774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{7EF97A51-29B0-40B0-9348-F9F7609FD59E}</a:tableStyleId>
              </a:tblPr>
              <a:tblGrid>
                <a:gridCol w="1030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6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8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nrope"/>
                        <a:buNone/>
                      </a:pPr>
                      <a:endParaRPr sz="11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925" marR="121925" marT="60950" marB="609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0AB"/>
                        </a:buClr>
                        <a:buSzPts val="1200"/>
                        <a:buFont typeface="Manrope"/>
                        <a:buNone/>
                      </a:pPr>
                      <a:r>
                        <a:rPr lang="en-US" sz="1200" u="none" strike="noStrike" cap="none">
                          <a:solidFill>
                            <a:srgbClr val="0060AB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Enlace de interés</a:t>
                      </a:r>
                      <a:endParaRPr/>
                    </a:p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nrope"/>
                        <a:buNone/>
                      </a:pPr>
                      <a:r>
                        <a:rPr lang="en-US" sz="1100" u="none" strike="noStrike" cap="none"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En el siguiente enlace, podrás consultar… </a:t>
                      </a: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[descripción].</a:t>
                      </a:r>
                      <a:endParaRPr sz="1100" u="none" strike="noStrike" cap="none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60AB"/>
                        </a:buClr>
                        <a:buSzPts val="1100"/>
                        <a:buFont typeface="Manrope"/>
                        <a:buNone/>
                      </a:pPr>
                      <a:r>
                        <a:rPr lang="en-US" sz="1100" u="sng" strike="noStrike" cap="none">
                          <a:solidFill>
                            <a:schemeClr val="hlink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  <a:hlinkClick r:id="rId3"/>
                        </a:rPr>
                        <a:t>www.xxxxxx.com</a:t>
                      </a:r>
                      <a:endParaRPr sz="1100" u="none" strike="noStrike" cap="none">
                        <a:solidFill>
                          <a:srgbClr val="0060AB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L="121925" marR="121925" marT="60950" marB="60950" anchor="b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6F6F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6F6F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6F6F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9" name="Google Shape;149;p19"/>
          <p:cNvSpPr/>
          <p:nvPr/>
        </p:nvSpPr>
        <p:spPr>
          <a:xfrm>
            <a:off x="6744813" y="5796413"/>
            <a:ext cx="520700" cy="482600"/>
          </a:xfrm>
          <a:custGeom>
            <a:avLst/>
            <a:gdLst/>
            <a:ahLst/>
            <a:cxnLst/>
            <a:rect l="l" t="t" r="r" b="b"/>
            <a:pathLst>
              <a:path w="759738" h="705971" extrusionOk="0">
                <a:moveTo>
                  <a:pt x="1075" y="-2485"/>
                </a:moveTo>
                <a:lnTo>
                  <a:pt x="1075" y="585387"/>
                </a:lnTo>
                <a:lnTo>
                  <a:pt x="156261" y="585387"/>
                </a:lnTo>
                <a:cubicBezTo>
                  <a:pt x="241721" y="709469"/>
                  <a:pt x="411594" y="740802"/>
                  <a:pt x="535683" y="655326"/>
                </a:cubicBezTo>
                <a:cubicBezTo>
                  <a:pt x="563065" y="636481"/>
                  <a:pt x="586770" y="612785"/>
                  <a:pt x="605628" y="585387"/>
                </a:cubicBezTo>
                <a:lnTo>
                  <a:pt x="760814" y="585387"/>
                </a:lnTo>
                <a:lnTo>
                  <a:pt x="760814" y="-2485"/>
                </a:lnTo>
                <a:close/>
                <a:moveTo>
                  <a:pt x="24836" y="21277"/>
                </a:moveTo>
                <a:lnTo>
                  <a:pt x="737085" y="21277"/>
                </a:lnTo>
                <a:lnTo>
                  <a:pt x="737085" y="68504"/>
                </a:lnTo>
                <a:lnTo>
                  <a:pt x="24836" y="68504"/>
                </a:lnTo>
                <a:close/>
                <a:moveTo>
                  <a:pt x="357494" y="675941"/>
                </a:moveTo>
                <a:cubicBezTo>
                  <a:pt x="311611" y="661914"/>
                  <a:pt x="273429" y="607771"/>
                  <a:pt x="254518" y="534291"/>
                </a:cubicBezTo>
                <a:lnTo>
                  <a:pt x="369064" y="534291"/>
                </a:lnTo>
                <a:lnTo>
                  <a:pt x="369064" y="676531"/>
                </a:lnTo>
                <a:cubicBezTo>
                  <a:pt x="365229" y="676335"/>
                  <a:pt x="361329" y="676302"/>
                  <a:pt x="357494" y="675941"/>
                </a:cubicBezTo>
                <a:close/>
                <a:moveTo>
                  <a:pt x="134171" y="430332"/>
                </a:moveTo>
                <a:cubicBezTo>
                  <a:pt x="134217" y="402998"/>
                  <a:pt x="138836" y="375860"/>
                  <a:pt x="147838" y="350068"/>
                </a:cubicBezTo>
                <a:lnTo>
                  <a:pt x="225120" y="350068"/>
                </a:lnTo>
                <a:cubicBezTo>
                  <a:pt x="215494" y="403162"/>
                  <a:pt x="215494" y="457567"/>
                  <a:pt x="225120" y="510661"/>
                </a:cubicBezTo>
                <a:lnTo>
                  <a:pt x="147805" y="510661"/>
                </a:lnTo>
                <a:cubicBezTo>
                  <a:pt x="138819" y="484835"/>
                  <a:pt x="134211" y="457665"/>
                  <a:pt x="134171" y="430332"/>
                </a:cubicBezTo>
                <a:close/>
                <a:moveTo>
                  <a:pt x="404394" y="184754"/>
                </a:moveTo>
                <a:cubicBezTo>
                  <a:pt x="450278" y="198781"/>
                  <a:pt x="488395" y="252924"/>
                  <a:pt x="507305" y="326339"/>
                </a:cubicBezTo>
                <a:lnTo>
                  <a:pt x="392825" y="326339"/>
                </a:lnTo>
                <a:lnTo>
                  <a:pt x="392825" y="184328"/>
                </a:lnTo>
                <a:cubicBezTo>
                  <a:pt x="396692" y="184328"/>
                  <a:pt x="400625" y="184328"/>
                  <a:pt x="404394" y="184754"/>
                </a:cubicBezTo>
                <a:close/>
                <a:moveTo>
                  <a:pt x="614149" y="510563"/>
                </a:moveTo>
                <a:lnTo>
                  <a:pt x="536737" y="510563"/>
                </a:lnTo>
                <a:cubicBezTo>
                  <a:pt x="541544" y="484081"/>
                  <a:pt x="543946" y="457239"/>
                  <a:pt x="543914" y="430332"/>
                </a:cubicBezTo>
                <a:cubicBezTo>
                  <a:pt x="543948" y="403424"/>
                  <a:pt x="541546" y="376549"/>
                  <a:pt x="536737" y="350068"/>
                </a:cubicBezTo>
                <a:lnTo>
                  <a:pt x="614149" y="350068"/>
                </a:lnTo>
                <a:cubicBezTo>
                  <a:pt x="632388" y="402047"/>
                  <a:pt x="632388" y="458681"/>
                  <a:pt x="614149" y="510661"/>
                </a:cubicBezTo>
                <a:close/>
                <a:moveTo>
                  <a:pt x="241670" y="430332"/>
                </a:moveTo>
                <a:cubicBezTo>
                  <a:pt x="241654" y="403391"/>
                  <a:pt x="244178" y="376516"/>
                  <a:pt x="249209" y="350068"/>
                </a:cubicBezTo>
                <a:lnTo>
                  <a:pt x="369064" y="350068"/>
                </a:lnTo>
                <a:lnTo>
                  <a:pt x="369064" y="510661"/>
                </a:lnTo>
                <a:lnTo>
                  <a:pt x="249176" y="510661"/>
                </a:lnTo>
                <a:cubicBezTo>
                  <a:pt x="244168" y="484179"/>
                  <a:pt x="241655" y="457272"/>
                  <a:pt x="241670" y="430332"/>
                </a:cubicBezTo>
                <a:close/>
                <a:moveTo>
                  <a:pt x="392825" y="350068"/>
                </a:moveTo>
                <a:lnTo>
                  <a:pt x="512549" y="350068"/>
                </a:lnTo>
                <a:cubicBezTo>
                  <a:pt x="517563" y="376516"/>
                  <a:pt x="520087" y="403391"/>
                  <a:pt x="520087" y="430332"/>
                </a:cubicBezTo>
                <a:cubicBezTo>
                  <a:pt x="520086" y="457239"/>
                  <a:pt x="517562" y="484114"/>
                  <a:pt x="512549" y="510563"/>
                </a:cubicBezTo>
                <a:lnTo>
                  <a:pt x="392825" y="510563"/>
                </a:lnTo>
                <a:close/>
                <a:moveTo>
                  <a:pt x="531624" y="326339"/>
                </a:moveTo>
                <a:cubicBezTo>
                  <a:pt x="518711" y="273900"/>
                  <a:pt x="496392" y="229851"/>
                  <a:pt x="468173" y="199765"/>
                </a:cubicBezTo>
                <a:cubicBezTo>
                  <a:pt x="528252" y="222707"/>
                  <a:pt x="577068" y="268099"/>
                  <a:pt x="604317" y="326339"/>
                </a:cubicBezTo>
                <a:close/>
                <a:moveTo>
                  <a:pt x="369064" y="184328"/>
                </a:moveTo>
                <a:lnTo>
                  <a:pt x="369064" y="326502"/>
                </a:lnTo>
                <a:lnTo>
                  <a:pt x="254518" y="326502"/>
                </a:lnTo>
                <a:cubicBezTo>
                  <a:pt x="273429" y="253088"/>
                  <a:pt x="311611" y="198945"/>
                  <a:pt x="357462" y="184918"/>
                </a:cubicBezTo>
                <a:cubicBezTo>
                  <a:pt x="361296" y="184328"/>
                  <a:pt x="365065" y="184328"/>
                  <a:pt x="369064" y="184328"/>
                </a:cubicBezTo>
                <a:close/>
                <a:moveTo>
                  <a:pt x="230232" y="326502"/>
                </a:moveTo>
                <a:lnTo>
                  <a:pt x="157474" y="326502"/>
                </a:lnTo>
                <a:cubicBezTo>
                  <a:pt x="184726" y="268263"/>
                  <a:pt x="233557" y="222871"/>
                  <a:pt x="293650" y="199962"/>
                </a:cubicBezTo>
                <a:cubicBezTo>
                  <a:pt x="265465" y="229884"/>
                  <a:pt x="243145" y="273999"/>
                  <a:pt x="230232" y="326339"/>
                </a:cubicBezTo>
                <a:close/>
                <a:moveTo>
                  <a:pt x="230232" y="534455"/>
                </a:moveTo>
                <a:cubicBezTo>
                  <a:pt x="243113" y="586894"/>
                  <a:pt x="265465" y="630975"/>
                  <a:pt x="293683" y="661062"/>
                </a:cubicBezTo>
                <a:cubicBezTo>
                  <a:pt x="233548" y="638153"/>
                  <a:pt x="184686" y="592761"/>
                  <a:pt x="157441" y="534455"/>
                </a:cubicBezTo>
                <a:close/>
                <a:moveTo>
                  <a:pt x="392825" y="676695"/>
                </a:moveTo>
                <a:lnTo>
                  <a:pt x="392825" y="534455"/>
                </a:lnTo>
                <a:lnTo>
                  <a:pt x="507338" y="534455"/>
                </a:lnTo>
                <a:cubicBezTo>
                  <a:pt x="488427" y="607771"/>
                  <a:pt x="450278" y="661914"/>
                  <a:pt x="404394" y="675941"/>
                </a:cubicBezTo>
                <a:cubicBezTo>
                  <a:pt x="400593" y="676302"/>
                  <a:pt x="396692" y="676335"/>
                  <a:pt x="392825" y="676531"/>
                </a:cubicBezTo>
                <a:close/>
                <a:moveTo>
                  <a:pt x="531624" y="534455"/>
                </a:moveTo>
                <a:lnTo>
                  <a:pt x="604481" y="534455"/>
                </a:lnTo>
                <a:cubicBezTo>
                  <a:pt x="577211" y="592761"/>
                  <a:pt x="528327" y="638153"/>
                  <a:pt x="468173" y="661062"/>
                </a:cubicBezTo>
                <a:cubicBezTo>
                  <a:pt x="496359" y="630811"/>
                  <a:pt x="518711" y="586664"/>
                  <a:pt x="531624" y="534291"/>
                </a:cubicBezTo>
                <a:close/>
                <a:moveTo>
                  <a:pt x="737085" y="561854"/>
                </a:moveTo>
                <a:lnTo>
                  <a:pt x="620376" y="561854"/>
                </a:lnTo>
                <a:cubicBezTo>
                  <a:pt x="638474" y="528981"/>
                  <a:pt x="649568" y="492734"/>
                  <a:pt x="652954" y="455371"/>
                </a:cubicBezTo>
                <a:cubicBezTo>
                  <a:pt x="652954" y="454912"/>
                  <a:pt x="652954" y="454420"/>
                  <a:pt x="652954" y="453962"/>
                </a:cubicBezTo>
                <a:cubicBezTo>
                  <a:pt x="653609" y="446194"/>
                  <a:pt x="654035" y="438394"/>
                  <a:pt x="654035" y="430496"/>
                </a:cubicBezTo>
                <a:cubicBezTo>
                  <a:pt x="654035" y="422597"/>
                  <a:pt x="653609" y="414764"/>
                  <a:pt x="652954" y="407029"/>
                </a:cubicBezTo>
                <a:cubicBezTo>
                  <a:pt x="652954" y="406537"/>
                  <a:pt x="652954" y="406078"/>
                  <a:pt x="652954" y="405587"/>
                </a:cubicBezTo>
                <a:cubicBezTo>
                  <a:pt x="639343" y="255350"/>
                  <a:pt x="506516" y="144606"/>
                  <a:pt x="356281" y="158207"/>
                </a:cubicBezTo>
                <a:cubicBezTo>
                  <a:pt x="224903" y="170104"/>
                  <a:pt x="120806" y="274195"/>
                  <a:pt x="108902" y="405587"/>
                </a:cubicBezTo>
                <a:lnTo>
                  <a:pt x="108902" y="406996"/>
                </a:lnTo>
                <a:cubicBezTo>
                  <a:pt x="108214" y="414731"/>
                  <a:pt x="107821" y="422531"/>
                  <a:pt x="107821" y="430463"/>
                </a:cubicBezTo>
                <a:cubicBezTo>
                  <a:pt x="107821" y="438394"/>
                  <a:pt x="108214" y="446128"/>
                  <a:pt x="108902" y="453863"/>
                </a:cubicBezTo>
                <a:lnTo>
                  <a:pt x="108902" y="455338"/>
                </a:lnTo>
                <a:cubicBezTo>
                  <a:pt x="112263" y="492701"/>
                  <a:pt x="123345" y="528949"/>
                  <a:pt x="141447" y="561821"/>
                </a:cubicBezTo>
                <a:lnTo>
                  <a:pt x="24771" y="561821"/>
                </a:lnTo>
                <a:lnTo>
                  <a:pt x="24771" y="92298"/>
                </a:lnTo>
                <a:lnTo>
                  <a:pt x="737085" y="92298"/>
                </a:lnTo>
                <a:close/>
                <a:moveTo>
                  <a:pt x="38995" y="32584"/>
                </a:moveTo>
                <a:lnTo>
                  <a:pt x="61937" y="32584"/>
                </a:lnTo>
                <a:lnTo>
                  <a:pt x="61937" y="56312"/>
                </a:lnTo>
                <a:lnTo>
                  <a:pt x="38995" y="56312"/>
                </a:lnTo>
                <a:close/>
                <a:moveTo>
                  <a:pt x="78947" y="32584"/>
                </a:moveTo>
                <a:lnTo>
                  <a:pt x="101889" y="32584"/>
                </a:lnTo>
                <a:lnTo>
                  <a:pt x="101889" y="56312"/>
                </a:lnTo>
                <a:lnTo>
                  <a:pt x="78947" y="56312"/>
                </a:lnTo>
                <a:close/>
                <a:moveTo>
                  <a:pt x="118931" y="32584"/>
                </a:moveTo>
                <a:lnTo>
                  <a:pt x="142201" y="32584"/>
                </a:lnTo>
                <a:lnTo>
                  <a:pt x="142201" y="56312"/>
                </a:lnTo>
                <a:lnTo>
                  <a:pt x="119095" y="56312"/>
                </a:lnTo>
                <a:close/>
              </a:path>
            </a:pathLst>
          </a:custGeom>
          <a:solidFill>
            <a:srgbClr val="0060A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310">
          <p15:clr>
            <a:srgbClr val="FBAE40"/>
          </p15:clr>
        </p15:guide>
        <p15:guide id="2" pos="370">
          <p15:clr>
            <a:srgbClr val="FBAE40"/>
          </p15:clr>
        </p15:guide>
        <p15:guide id="3" orient="horz" pos="323">
          <p15:clr>
            <a:srgbClr val="FBAE40"/>
          </p15:clr>
        </p15:guide>
        <p15:guide id="4" orient="horz" pos="754">
          <p15:clr>
            <a:srgbClr val="FBAE40"/>
          </p15:clr>
        </p15:guide>
        <p15:guide id="5" orient="horz" pos="1094">
          <p15:clr>
            <a:srgbClr val="FBAE40"/>
          </p15:clr>
        </p15:guide>
        <p15:guide id="6" orient="horz" pos="392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62" r:id="rId5"/>
    <p:sldLayoutId id="2147483663" r:id="rId6"/>
    <p:sldLayoutId id="2147483664" r:id="rId7"/>
    <p:sldLayoutId id="2147483665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 txBox="1">
            <a:spLocks noGrp="1"/>
          </p:cNvSpPr>
          <p:nvPr>
            <p:ph type="body" idx="1"/>
          </p:nvPr>
        </p:nvSpPr>
        <p:spPr>
          <a:xfrm>
            <a:off x="455084" y="6069283"/>
            <a:ext cx="8613313" cy="267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408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endParaRPr/>
          </a:p>
        </p:txBody>
      </p:sp>
      <p:sp>
        <p:nvSpPr>
          <p:cNvPr id="155" name="Google Shape;155;p20"/>
          <p:cNvSpPr txBox="1">
            <a:spLocks noGrp="1"/>
          </p:cNvSpPr>
          <p:nvPr>
            <p:ph type="body" idx="2"/>
          </p:nvPr>
        </p:nvSpPr>
        <p:spPr>
          <a:xfrm>
            <a:off x="455084" y="1805612"/>
            <a:ext cx="3860203" cy="560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408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</a:pPr>
            <a:r>
              <a:rPr lang="en-US"/>
              <a:t>Unidad X</a:t>
            </a:r>
            <a:endParaRPr/>
          </a:p>
        </p:txBody>
      </p:sp>
      <p:sp>
        <p:nvSpPr>
          <p:cNvPr id="156" name="Google Shape;156;p20"/>
          <p:cNvSpPr txBox="1">
            <a:spLocks noGrp="1"/>
          </p:cNvSpPr>
          <p:nvPr>
            <p:ph type="body" idx="3"/>
          </p:nvPr>
        </p:nvSpPr>
        <p:spPr>
          <a:xfrm>
            <a:off x="455083" y="2400897"/>
            <a:ext cx="6808510" cy="1779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408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endParaRPr/>
          </a:p>
        </p:txBody>
      </p:sp>
      <p:sp>
        <p:nvSpPr>
          <p:cNvPr id="157" name="Google Shape;157;p20"/>
          <p:cNvSpPr txBox="1">
            <a:spLocks noGrp="1"/>
          </p:cNvSpPr>
          <p:nvPr>
            <p:ph type="body" idx="4"/>
          </p:nvPr>
        </p:nvSpPr>
        <p:spPr>
          <a:xfrm>
            <a:off x="455083" y="4218141"/>
            <a:ext cx="6808510" cy="1234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408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 txBox="1">
            <a:spLocks noGrp="1"/>
          </p:cNvSpPr>
          <p:nvPr>
            <p:ph type="body" idx="1"/>
          </p:nvPr>
        </p:nvSpPr>
        <p:spPr>
          <a:xfrm>
            <a:off x="605896" y="1495959"/>
            <a:ext cx="6895042" cy="460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52000" lvl="0" indent="-2520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Título 1</a:t>
            </a:r>
            <a:endParaRPr/>
          </a:p>
          <a:p>
            <a:pPr marL="541338" lvl="1" indent="-2159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rPr lang="en-US"/>
              <a:t>1.1. Título de segundo nivel</a:t>
            </a:r>
            <a:endParaRPr/>
          </a:p>
          <a:p>
            <a:pPr marL="541338" lvl="1" indent="-2159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rPr lang="en-US"/>
              <a:t>1.2. Título de segundo nivel 	 </a:t>
            </a:r>
            <a:endParaRPr/>
          </a:p>
          <a:p>
            <a:pPr marL="252000" lvl="0" indent="-2520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Título 2</a:t>
            </a:r>
            <a:endParaRPr/>
          </a:p>
          <a:p>
            <a:pPr marL="541338" lvl="1" indent="-2159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rPr lang="en-US"/>
              <a:t>2.1. Título de segundo nivel</a:t>
            </a:r>
            <a:endParaRPr/>
          </a:p>
          <a:p>
            <a:pPr marL="541338" lvl="1" indent="-2159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rPr lang="en-US"/>
              <a:t>2.2. Título de segundo nivel</a:t>
            </a:r>
            <a:endParaRPr/>
          </a:p>
          <a:p>
            <a:pPr marL="252000" lvl="0" indent="-2520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	 Título 3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2"/>
          <p:cNvSpPr txBox="1">
            <a:spLocks noGrp="1"/>
          </p:cNvSpPr>
          <p:nvPr>
            <p:ph type="body" idx="1"/>
          </p:nvPr>
        </p:nvSpPr>
        <p:spPr>
          <a:xfrm>
            <a:off x="596636" y="936625"/>
            <a:ext cx="10998729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endParaRPr/>
          </a:p>
        </p:txBody>
      </p:sp>
      <p:sp>
        <p:nvSpPr>
          <p:cNvPr id="168" name="Google Shape;168;p22"/>
          <p:cNvSpPr/>
          <p:nvPr/>
        </p:nvSpPr>
        <p:spPr>
          <a:xfrm>
            <a:off x="606160" y="1846709"/>
            <a:ext cx="7031121" cy="1382832"/>
          </a:xfrm>
          <a:prstGeom prst="roundRect">
            <a:avLst>
              <a:gd name="adj" fmla="val 7164"/>
            </a:avLst>
          </a:prstGeom>
          <a:solidFill>
            <a:srgbClr val="F6F6F6"/>
          </a:solidFill>
          <a:ln w="12700" cap="flat" cmpd="sng">
            <a:solidFill>
              <a:srgbClr val="0060A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2"/>
          <p:cNvSpPr/>
          <p:nvPr/>
        </p:nvSpPr>
        <p:spPr>
          <a:xfrm>
            <a:off x="785350" y="2016889"/>
            <a:ext cx="2120801" cy="265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60AB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Objetivo general</a:t>
            </a:r>
            <a:endParaRPr sz="1800">
              <a:solidFill>
                <a:srgbClr val="0060AB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70" name="Google Shape;170;p22"/>
          <p:cNvSpPr/>
          <p:nvPr/>
        </p:nvSpPr>
        <p:spPr>
          <a:xfrm>
            <a:off x="785350" y="2383801"/>
            <a:ext cx="6747657" cy="770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22222"/>
                </a:solidFill>
                <a:latin typeface="Manrope"/>
                <a:ea typeface="Manrope"/>
                <a:cs typeface="Manrope"/>
                <a:sym typeface="Manrope"/>
              </a:rPr>
              <a:t>Texto</a:t>
            </a:r>
            <a:endParaRPr/>
          </a:p>
        </p:txBody>
      </p:sp>
      <p:sp>
        <p:nvSpPr>
          <p:cNvPr id="171" name="Google Shape;171;p22"/>
          <p:cNvSpPr/>
          <p:nvPr/>
        </p:nvSpPr>
        <p:spPr>
          <a:xfrm>
            <a:off x="606160" y="3628460"/>
            <a:ext cx="2677193" cy="265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60AB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Objetivos específicos</a:t>
            </a:r>
            <a:endParaRPr/>
          </a:p>
        </p:txBody>
      </p:sp>
      <p:sp>
        <p:nvSpPr>
          <p:cNvPr id="172" name="Google Shape;172;p22"/>
          <p:cNvSpPr/>
          <p:nvPr/>
        </p:nvSpPr>
        <p:spPr>
          <a:xfrm>
            <a:off x="626310" y="4114927"/>
            <a:ext cx="372070" cy="372070"/>
          </a:xfrm>
          <a:prstGeom prst="roundRect">
            <a:avLst>
              <a:gd name="adj" fmla="val 18670"/>
            </a:avLst>
          </a:prstGeom>
          <a:solidFill>
            <a:srgbClr val="003F7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3F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2"/>
          <p:cNvSpPr/>
          <p:nvPr/>
        </p:nvSpPr>
        <p:spPr>
          <a:xfrm>
            <a:off x="677696" y="4191710"/>
            <a:ext cx="248047" cy="272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17">
                <a:solidFill>
                  <a:schemeClr val="lt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1</a:t>
            </a:r>
            <a:endParaRPr sz="191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2"/>
          <p:cNvSpPr/>
          <p:nvPr/>
        </p:nvSpPr>
        <p:spPr>
          <a:xfrm>
            <a:off x="596635" y="4504143"/>
            <a:ext cx="2233968" cy="1547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Texto</a:t>
            </a:r>
            <a:endParaRPr/>
          </a:p>
        </p:txBody>
      </p:sp>
      <p:sp>
        <p:nvSpPr>
          <p:cNvPr id="175" name="Google Shape;175;p22"/>
          <p:cNvSpPr/>
          <p:nvPr/>
        </p:nvSpPr>
        <p:spPr>
          <a:xfrm>
            <a:off x="3525866" y="4096381"/>
            <a:ext cx="372070" cy="372070"/>
          </a:xfrm>
          <a:prstGeom prst="roundRect">
            <a:avLst>
              <a:gd name="adj" fmla="val 18670"/>
            </a:avLst>
          </a:prstGeom>
          <a:solidFill>
            <a:srgbClr val="0060A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3F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2"/>
          <p:cNvSpPr/>
          <p:nvPr/>
        </p:nvSpPr>
        <p:spPr>
          <a:xfrm>
            <a:off x="3587878" y="4191710"/>
            <a:ext cx="248047" cy="272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17">
                <a:solidFill>
                  <a:schemeClr val="lt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2</a:t>
            </a:r>
            <a:endParaRPr sz="191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2"/>
          <p:cNvSpPr/>
          <p:nvPr/>
        </p:nvSpPr>
        <p:spPr>
          <a:xfrm>
            <a:off x="3516341" y="4511213"/>
            <a:ext cx="2406768" cy="1547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Texto</a:t>
            </a:r>
            <a:endParaRPr/>
          </a:p>
        </p:txBody>
      </p:sp>
      <p:sp>
        <p:nvSpPr>
          <p:cNvPr id="178" name="Google Shape;178;p22"/>
          <p:cNvSpPr/>
          <p:nvPr/>
        </p:nvSpPr>
        <p:spPr>
          <a:xfrm>
            <a:off x="6538675" y="4096381"/>
            <a:ext cx="372070" cy="372070"/>
          </a:xfrm>
          <a:prstGeom prst="roundRect">
            <a:avLst>
              <a:gd name="adj" fmla="val 18670"/>
            </a:avLst>
          </a:prstGeom>
          <a:solidFill>
            <a:srgbClr val="3781B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3F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2"/>
          <p:cNvSpPr/>
          <p:nvPr/>
        </p:nvSpPr>
        <p:spPr>
          <a:xfrm>
            <a:off x="6600686" y="4191710"/>
            <a:ext cx="248047" cy="272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17">
                <a:solidFill>
                  <a:schemeClr val="lt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3</a:t>
            </a:r>
            <a:endParaRPr sz="191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2"/>
          <p:cNvSpPr/>
          <p:nvPr/>
        </p:nvSpPr>
        <p:spPr>
          <a:xfrm>
            <a:off x="6529149" y="4511214"/>
            <a:ext cx="2332509" cy="1546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Texto</a:t>
            </a:r>
            <a:endParaRPr/>
          </a:p>
        </p:txBody>
      </p:sp>
      <p:sp>
        <p:nvSpPr>
          <p:cNvPr id="181" name="Google Shape;181;p22"/>
          <p:cNvSpPr/>
          <p:nvPr/>
        </p:nvSpPr>
        <p:spPr>
          <a:xfrm>
            <a:off x="9477224" y="4096381"/>
            <a:ext cx="372070" cy="372070"/>
          </a:xfrm>
          <a:prstGeom prst="roundRect">
            <a:avLst>
              <a:gd name="adj" fmla="val 18670"/>
            </a:avLst>
          </a:prstGeom>
          <a:solidFill>
            <a:srgbClr val="49ACF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3F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2"/>
          <p:cNvSpPr/>
          <p:nvPr/>
        </p:nvSpPr>
        <p:spPr>
          <a:xfrm>
            <a:off x="9539235" y="4191710"/>
            <a:ext cx="248047" cy="272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17">
                <a:solidFill>
                  <a:schemeClr val="lt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4</a:t>
            </a:r>
            <a:endParaRPr sz="191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2"/>
          <p:cNvSpPr/>
          <p:nvPr/>
        </p:nvSpPr>
        <p:spPr>
          <a:xfrm>
            <a:off x="9467699" y="4511214"/>
            <a:ext cx="2156046" cy="1546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Texto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3"/>
          <p:cNvSpPr txBox="1">
            <a:spLocks noGrp="1"/>
          </p:cNvSpPr>
          <p:nvPr>
            <p:ph type="body" idx="1"/>
          </p:nvPr>
        </p:nvSpPr>
        <p:spPr>
          <a:xfrm>
            <a:off x="596636" y="936625"/>
            <a:ext cx="10998729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endParaRPr/>
          </a:p>
        </p:txBody>
      </p:sp>
      <p:sp>
        <p:nvSpPr>
          <p:cNvPr id="189" name="Google Shape;189;p23"/>
          <p:cNvSpPr txBox="1">
            <a:spLocks noGrp="1"/>
          </p:cNvSpPr>
          <p:nvPr>
            <p:ph type="body" idx="2"/>
          </p:nvPr>
        </p:nvSpPr>
        <p:spPr>
          <a:xfrm>
            <a:off x="596900" y="1671794"/>
            <a:ext cx="10998201" cy="4565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Tema UAX">
  <a:themeElements>
    <a:clrScheme name="UAX">
      <a:dk1>
        <a:srgbClr val="222222"/>
      </a:dk1>
      <a:lt1>
        <a:srgbClr val="FFFFFF"/>
      </a:lt1>
      <a:dk2>
        <a:srgbClr val="222222"/>
      </a:dk2>
      <a:lt2>
        <a:srgbClr val="F2F2F2"/>
      </a:lt2>
      <a:accent1>
        <a:srgbClr val="0060AB"/>
      </a:accent1>
      <a:accent2>
        <a:srgbClr val="008CF7"/>
      </a:accent2>
      <a:accent3>
        <a:srgbClr val="49ACF7"/>
      </a:accent3>
      <a:accent4>
        <a:srgbClr val="3781B9"/>
      </a:accent4>
      <a:accent5>
        <a:srgbClr val="004478"/>
      </a:accent5>
      <a:accent6>
        <a:srgbClr val="0DFCE3"/>
      </a:accent6>
      <a:hlink>
        <a:srgbClr val="F3F719"/>
      </a:hlink>
      <a:folHlink>
        <a:srgbClr val="491F6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</Words>
  <Application>Microsoft Office PowerPoint</Application>
  <PresentationFormat>Panorámica</PresentationFormat>
  <Paragraphs>19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2" baseType="lpstr">
      <vt:lpstr>Courier New</vt:lpstr>
      <vt:lpstr>Manrope</vt:lpstr>
      <vt:lpstr>Arial</vt:lpstr>
      <vt:lpstr>Noto Sans Symbols</vt:lpstr>
      <vt:lpstr>Manrope Medium</vt:lpstr>
      <vt:lpstr>Manrope SemiBold</vt:lpstr>
      <vt:lpstr>Tema UAX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Juan Dayron López Cardona</cp:lastModifiedBy>
  <cp:revision>1</cp:revision>
  <dcterms:modified xsi:type="dcterms:W3CDTF">2026-10-14T15:37:14Z</dcterms:modified>
</cp:coreProperties>
</file>